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8C17C-E547-46D1-BEDE-14961A751E92}" v="1" dt="2026-04-15T09:46:00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ya priya Nellutla" userId="33111eeeaba8c64e" providerId="LiveId" clId="{48AFD69A-F86E-4A07-95B5-DDD65EDCAA71}"/>
    <pc:docChg chg="modSld">
      <pc:chgData name="Lasya priya Nellutla" userId="33111eeeaba8c64e" providerId="LiveId" clId="{48AFD69A-F86E-4A07-95B5-DDD65EDCAA71}" dt="2026-04-15T09:46:42.999" v="154" actId="113"/>
      <pc:docMkLst>
        <pc:docMk/>
      </pc:docMkLst>
      <pc:sldChg chg="modSp mod">
        <pc:chgData name="Lasya priya Nellutla" userId="33111eeeaba8c64e" providerId="LiveId" clId="{48AFD69A-F86E-4A07-95B5-DDD65EDCAA71}" dt="2026-04-15T09:46:42.999" v="154" actId="113"/>
        <pc:sldMkLst>
          <pc:docMk/>
          <pc:sldMk cId="3445069711" sldId="256"/>
        </pc:sldMkLst>
        <pc:spChg chg="mod">
          <ac:chgData name="Lasya priya Nellutla" userId="33111eeeaba8c64e" providerId="LiveId" clId="{48AFD69A-F86E-4A07-95B5-DDD65EDCAA71}" dt="2026-04-15T09:46:42.999" v="154" actId="113"/>
          <ac:spMkLst>
            <pc:docMk/>
            <pc:sldMk cId="3445069711" sldId="256"/>
            <ac:spMk id="3" creationId="{A1C21C96-4C12-2933-F9B8-E7EB1F1353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31350-5C4D-440F-86B1-59A09738A20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B1F62-FAA7-4219-8FB9-F52DEDF01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4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B1F62-FAA7-4219-8FB9-F52DEDF01A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1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B1F62-FAA7-4219-8FB9-F52DEDF01AC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17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3317-7F73-0B8B-DEF4-B9BA8197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60" y="441961"/>
            <a:ext cx="10439400" cy="99059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_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21C96-4C12-2933-F9B8-E7EB1F13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640" y="1432560"/>
            <a:ext cx="10439400" cy="464820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23CS002PC304-AI Assisted Coding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N.Lasya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Priya-2303a52129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M.SaiCharani-2303A52192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Artificial Intelligence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SR University 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Warangal, Telangana, India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6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505E-2ABE-4507-6744-77D2001F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238" y="614059"/>
            <a:ext cx="10364451" cy="905483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FDCCC6-FE70-2096-E3A2-45CE1C00957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90613" y="1316121"/>
            <a:ext cx="909838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is important in modern applications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understand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EDA is time-consuming and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and effort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the EDA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Python-based tools and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cleaning and visualization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missing values and duplicates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insights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productivity. </a:t>
            </a:r>
          </a:p>
        </p:txBody>
      </p:sp>
    </p:spTree>
    <p:extLst>
      <p:ext uri="{BB962C8B-B14F-4D97-AF65-F5344CB8AC3E}">
        <p14:creationId xmlns:p14="http://schemas.microsoft.com/office/powerpoint/2010/main" val="411249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2FB9-7DC4-A39A-1AF9-8DF271F1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37567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3AE227-90FE-9443-1339-BFE68E8B54E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3" y="1257432"/>
            <a:ext cx="102364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EDA notebook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dataset (CSV file)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loads and processes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missing values (median/mode)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statistical summaries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visualizations (graphs, charts)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outliers using IQR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correlation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cleaned dataset for future use </a:t>
            </a:r>
          </a:p>
        </p:txBody>
      </p:sp>
    </p:spTree>
    <p:extLst>
      <p:ext uri="{BB962C8B-B14F-4D97-AF65-F5344CB8AC3E}">
        <p14:creationId xmlns:p14="http://schemas.microsoft.com/office/powerpoint/2010/main" val="339773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6672-4DE4-B09A-9340-C03D11BA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21525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153A39-850B-A9D4-9E11-E83B5B5ADF4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2" y="1249495"/>
            <a:ext cx="1036445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EDA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in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quality through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quick insights from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 values and duplicates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outliers in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representations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both numeric and categorical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dataset for machine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productivity of users </a:t>
            </a:r>
          </a:p>
        </p:txBody>
      </p:sp>
    </p:spTree>
    <p:extLst>
      <p:ext uri="{BB962C8B-B14F-4D97-AF65-F5344CB8AC3E}">
        <p14:creationId xmlns:p14="http://schemas.microsoft.com/office/powerpoint/2010/main" val="200890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5386-A71F-53E7-5E75-32CC6F07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21525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6C448E-0500-1D0F-063F-3E5C809B078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3" y="1321726"/>
            <a:ext cx="1004394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Analysts – analyze datasets quickly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Scientists – prepare data for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– learning and academic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Developers – integrate into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Managers –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– faster data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Researchers – efficient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– improve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 Teams – validate data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 – benefit from accurate results </a:t>
            </a:r>
          </a:p>
        </p:txBody>
      </p:sp>
    </p:spTree>
    <p:extLst>
      <p:ext uri="{BB962C8B-B14F-4D97-AF65-F5344CB8AC3E}">
        <p14:creationId xmlns:p14="http://schemas.microsoft.com/office/powerpoint/2010/main" val="173973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073E-2EB3-FEA0-43F9-D78547D3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01053"/>
            <a:ext cx="11085721" cy="962527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LANGUAGES, TOOLS &amp; SOFTWARE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171CD2-E1A0-51DE-21D4-01DCB584FA9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074509"/>
            <a:ext cx="988151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– main programming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manipulation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 – numerical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– data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 – advanced plotting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Missingno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missing data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 – development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– code editor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– version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– package installation tool </a:t>
            </a:r>
          </a:p>
        </p:txBody>
      </p:sp>
    </p:spTree>
    <p:extLst>
      <p:ext uri="{BB962C8B-B14F-4D97-AF65-F5344CB8AC3E}">
        <p14:creationId xmlns:p14="http://schemas.microsoft.com/office/powerpoint/2010/main" val="131335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1A2A-7F7B-6340-47B6-13738A23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41315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PROMPTS USED TO COMPLETE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1EC061-EB6C-F809-F3DC-1D8E21A1D5A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2" y="1351532"/>
            <a:ext cx="951455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 EDA notebook using 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from CSV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using median/mode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histograms and bar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 using IQR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correlation heatmap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Summarize dataset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cleaned dataset </a:t>
            </a:r>
          </a:p>
        </p:txBody>
      </p:sp>
    </p:spTree>
    <p:extLst>
      <p:ext uri="{BB962C8B-B14F-4D97-AF65-F5344CB8AC3E}">
        <p14:creationId xmlns:p14="http://schemas.microsoft.com/office/powerpoint/2010/main" val="136109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3791-53FA-949C-BBBC-93B470E0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21525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THE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20E6F-D0C9-FB09-2A68-3B71E0B10B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9" y="1540042"/>
            <a:ext cx="10364451" cy="4251157"/>
          </a:xfrm>
        </p:spPr>
        <p:txBody>
          <a:bodyPr/>
          <a:lstStyle/>
          <a:p>
            <a:r>
              <a:rPr lang="en-IN" b="1" dirty="0"/>
              <a:t>SYSTEM ARCHITECTURE:</a:t>
            </a:r>
          </a:p>
          <a:p>
            <a:endParaRPr lang="en-IN" b="1" dirty="0"/>
          </a:p>
        </p:txBody>
      </p:sp>
      <p:sp>
        <p:nvSpPr>
          <p:cNvPr id="6" name="AutoShape 2" descr=", AI generated">
            <a:extLst>
              <a:ext uri="{FF2B5EF4-FFF2-40B4-BE49-F238E27FC236}">
                <a16:creationId xmlns:a16="http://schemas.microsoft.com/office/drawing/2014/main" id="{84B7217B-BCF6-8ED1-1D2B-15187FEAAD0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913149" y="1540042"/>
            <a:ext cx="10640021" cy="475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 descr=", AI generated">
            <a:extLst>
              <a:ext uri="{FF2B5EF4-FFF2-40B4-BE49-F238E27FC236}">
                <a16:creationId xmlns:a16="http://schemas.microsoft.com/office/drawing/2014/main" id="{FA926F09-8F28-A477-C8A5-64D12415D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6295E3-418A-685F-DCCF-7DDFBD97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22945"/>
            <a:ext cx="9753600" cy="47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7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0651-BF1D-8E10-0F22-6530CE021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96936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18008C-28A7-5AC3-2DD3-B2094064A92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30680" y="1316038"/>
            <a:ext cx="8702040" cy="447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DF1A5-773B-CD39-DCCE-E76E6C64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73399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VIEW OF WEB/MOBILE APPLICATION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0E8768-F02C-9893-B409-52956497735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3" y="1610403"/>
            <a:ext cx="986186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Login/Signup page for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with dataset upload option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“Upload CSV” button or drag-and-drop feature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preview after upload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“Analyze” button to start EDA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charts, graphs, and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 to download cleaned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for web and mobile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with clear UI elements </a:t>
            </a:r>
          </a:p>
        </p:txBody>
      </p:sp>
    </p:spTree>
    <p:extLst>
      <p:ext uri="{BB962C8B-B14F-4D97-AF65-F5344CB8AC3E}">
        <p14:creationId xmlns:p14="http://schemas.microsoft.com/office/powerpoint/2010/main" val="80598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8E5B-FED7-BA88-91AC-69AA3110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20444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2EB1D4-D738-44FE-3A94-2D19320562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2813" y="618516"/>
            <a:ext cx="10364787" cy="532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31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B8DB-581B-E0C7-4199-D35976BB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73399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C0E650-3B71-9881-D618-5A96745D05B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2813" y="1169326"/>
            <a:ext cx="1056032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Library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 Library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Visualization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 Statistical Visualization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no Library for Missing Data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 Repository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Machine Learning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Exploratory Data Analysis and Data Preprocessing </a:t>
            </a:r>
          </a:p>
        </p:txBody>
      </p:sp>
    </p:spTree>
    <p:extLst>
      <p:ext uri="{BB962C8B-B14F-4D97-AF65-F5344CB8AC3E}">
        <p14:creationId xmlns:p14="http://schemas.microsoft.com/office/powerpoint/2010/main" val="218354384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{A35F0B21-2FFB-4C3F-A755-8E7CAC4EE1C5}TF62d0d592-7ac2-4846-a919-75806e8bead49553d537-f813ce055067</Template>
  <TotalTime>64</TotalTime>
  <Words>484</Words>
  <Application>Microsoft Office PowerPoint</Application>
  <PresentationFormat>Widescreen</PresentationFormat>
  <Paragraphs>110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Times New Roman</vt:lpstr>
      <vt:lpstr>Tw Cen MT</vt:lpstr>
      <vt:lpstr>Droplet</vt:lpstr>
      <vt:lpstr>Auto _eda</vt:lpstr>
      <vt:lpstr>INTRODUCTION</vt:lpstr>
      <vt:lpstr>PROPOSED SOLUTION</vt:lpstr>
      <vt:lpstr>OBJECTIVES</vt:lpstr>
      <vt:lpstr>STAKEHOLDERS</vt:lpstr>
      <vt:lpstr>PROGRAMMING LANGUAGES, TOOLS &amp; SOFTWARE</vt:lpstr>
      <vt:lpstr>LIST OF PROMPTS USED TO COMPLETE THE PROJECT</vt:lpstr>
      <vt:lpstr>FLOWCHART OF THE WORKFLOW</vt:lpstr>
      <vt:lpstr>DATA FLOW DIAGRAM</vt:lpstr>
      <vt:lpstr>FRONT-END VIEW OF WEB/MOBILE APPLICATION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cheere sheshank</dc:creator>
  <cp:lastModifiedBy>Lasya priya Nellutla</cp:lastModifiedBy>
  <cp:revision>1</cp:revision>
  <dcterms:created xsi:type="dcterms:W3CDTF">2026-04-06T15:25:47Z</dcterms:created>
  <dcterms:modified xsi:type="dcterms:W3CDTF">2026-04-15T09:46:45Z</dcterms:modified>
</cp:coreProperties>
</file>